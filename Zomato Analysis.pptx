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</p:sldMasterIdLst>
  <p:sldIdLst>
    <p:sldId id="256" r:id="rId2"/>
    <p:sldId id="273" r:id="rId3"/>
    <p:sldId id="258" r:id="rId4"/>
    <p:sldId id="267" r:id="rId5"/>
    <p:sldId id="266" r:id="rId6"/>
    <p:sldId id="265" r:id="rId7"/>
    <p:sldId id="264" r:id="rId8"/>
    <p:sldId id="262" r:id="rId9"/>
    <p:sldId id="260" r:id="rId10"/>
    <p:sldId id="259" r:id="rId11"/>
    <p:sldId id="263" r:id="rId12"/>
    <p:sldId id="261" r:id="rId13"/>
    <p:sldId id="274" r:id="rId14"/>
    <p:sldId id="268" r:id="rId15"/>
    <p:sldId id="269" r:id="rId16"/>
    <p:sldId id="270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u bhatla" userId="c1c6c730d4214b62" providerId="LiveId" clId="{7853F31D-78CE-4C88-B458-845F9E640ACE}"/>
    <pc:docChg chg="custSel addSld delSld modSld sldOrd">
      <pc:chgData name="vasu bhatla" userId="c1c6c730d4214b62" providerId="LiveId" clId="{7853F31D-78CE-4C88-B458-845F9E640ACE}" dt="2025-07-19T21:41:43.029" v="1924" actId="207"/>
      <pc:docMkLst>
        <pc:docMk/>
      </pc:docMkLst>
      <pc:sldChg chg="addSp modSp mod">
        <pc:chgData name="vasu bhatla" userId="c1c6c730d4214b62" providerId="LiveId" clId="{7853F31D-78CE-4C88-B458-845F9E640ACE}" dt="2025-07-19T21:41:43.029" v="1924" actId="207"/>
        <pc:sldMkLst>
          <pc:docMk/>
          <pc:sldMk cId="4046538833" sldId="256"/>
        </pc:sldMkLst>
        <pc:spChg chg="mod">
          <ac:chgData name="vasu bhatla" userId="c1c6c730d4214b62" providerId="LiveId" clId="{7853F31D-78CE-4C88-B458-845F9E640ACE}" dt="2025-07-18T20:09:23.703" v="52" actId="1076"/>
          <ac:spMkLst>
            <pc:docMk/>
            <pc:sldMk cId="4046538833" sldId="256"/>
            <ac:spMk id="4" creationId="{E5E25D6F-6C8F-2EA6-FAB5-EE17DF4EB1B6}"/>
          </ac:spMkLst>
        </pc:spChg>
        <pc:spChg chg="mod">
          <ac:chgData name="vasu bhatla" userId="c1c6c730d4214b62" providerId="LiveId" clId="{7853F31D-78CE-4C88-B458-845F9E640ACE}" dt="2025-07-19T21:39:42.056" v="1916" actId="1076"/>
          <ac:spMkLst>
            <pc:docMk/>
            <pc:sldMk cId="4046538833" sldId="256"/>
            <ac:spMk id="5" creationId="{024DE582-A233-95F6-B397-A7A7EE5F8D7B}"/>
          </ac:spMkLst>
        </pc:spChg>
        <pc:picChg chg="add mod">
          <ac:chgData name="vasu bhatla" userId="c1c6c730d4214b62" providerId="LiveId" clId="{7853F31D-78CE-4C88-B458-845F9E640ACE}" dt="2025-07-19T21:41:43.029" v="1924" actId="207"/>
          <ac:picMkLst>
            <pc:docMk/>
            <pc:sldMk cId="4046538833" sldId="256"/>
            <ac:picMk id="3" creationId="{73C41F96-7124-8E73-8545-3A86D61AE2E4}"/>
          </ac:picMkLst>
        </pc:picChg>
      </pc:sldChg>
      <pc:sldChg chg="addSp delSp modSp mod">
        <pc:chgData name="vasu bhatla" userId="c1c6c730d4214b62" providerId="LiveId" clId="{7853F31D-78CE-4C88-B458-845F9E640ACE}" dt="2025-07-18T20:25:42.517" v="622" actId="1076"/>
        <pc:sldMkLst>
          <pc:docMk/>
          <pc:sldMk cId="2420978223" sldId="258"/>
        </pc:sldMkLst>
        <pc:spChg chg="add mod">
          <ac:chgData name="vasu bhatla" userId="c1c6c730d4214b62" providerId="LiveId" clId="{7853F31D-78CE-4C88-B458-845F9E640ACE}" dt="2025-07-18T19:46:20.299" v="0" actId="767"/>
          <ac:spMkLst>
            <pc:docMk/>
            <pc:sldMk cId="2420978223" sldId="258"/>
            <ac:spMk id="2" creationId="{5FEC8C2A-9E65-1C6E-C67B-22563BE1375D}"/>
          </ac:spMkLst>
        </pc:spChg>
        <pc:spChg chg="add mod">
          <ac:chgData name="vasu bhatla" userId="c1c6c730d4214b62" providerId="LiveId" clId="{7853F31D-78CE-4C88-B458-845F9E640ACE}" dt="2025-07-18T20:13:06.077" v="60" actId="1076"/>
          <ac:spMkLst>
            <pc:docMk/>
            <pc:sldMk cId="2420978223" sldId="258"/>
            <ac:spMk id="3" creationId="{ED903B3C-58C1-1F63-8E07-2BE3F8E7D1A8}"/>
          </ac:spMkLst>
        </pc:spChg>
        <pc:spChg chg="add del mod">
          <ac:chgData name="vasu bhatla" userId="c1c6c730d4214b62" providerId="LiveId" clId="{7853F31D-78CE-4C88-B458-845F9E640ACE}" dt="2025-07-18T19:49:24.796" v="22"/>
          <ac:spMkLst>
            <pc:docMk/>
            <pc:sldMk cId="2420978223" sldId="258"/>
            <ac:spMk id="4" creationId="{614AF6CC-88E5-14EA-8ED6-A1B97E9326DA}"/>
          </ac:spMkLst>
        </pc:spChg>
        <pc:spChg chg="add mod">
          <ac:chgData name="vasu bhatla" userId="c1c6c730d4214b62" providerId="LiveId" clId="{7853F31D-78CE-4C88-B458-845F9E640ACE}" dt="2025-07-18T20:15:28.220" v="266" actId="12"/>
          <ac:spMkLst>
            <pc:docMk/>
            <pc:sldMk cId="2420978223" sldId="258"/>
            <ac:spMk id="5" creationId="{861B531A-6C2E-55EB-15C0-59575BA5D1DC}"/>
          </ac:spMkLst>
        </pc:spChg>
        <pc:spChg chg="add mod">
          <ac:chgData name="vasu bhatla" userId="c1c6c730d4214b62" providerId="LiveId" clId="{7853F31D-78CE-4C88-B458-845F9E640ACE}" dt="2025-07-18T20:25:42.517" v="622" actId="1076"/>
          <ac:spMkLst>
            <pc:docMk/>
            <pc:sldMk cId="2420978223" sldId="258"/>
            <ac:spMk id="6" creationId="{746AD937-77D6-29B8-962E-CF23191872B5}"/>
          </ac:spMkLst>
        </pc:spChg>
      </pc:sldChg>
      <pc:sldChg chg="addSp modSp mod ord">
        <pc:chgData name="vasu bhatla" userId="c1c6c730d4214b62" providerId="LiveId" clId="{7853F31D-78CE-4C88-B458-845F9E640ACE}" dt="2025-07-18T21:25:33.059" v="1643" actId="14100"/>
        <pc:sldMkLst>
          <pc:docMk/>
          <pc:sldMk cId="203395733" sldId="259"/>
        </pc:sldMkLst>
        <pc:spChg chg="add mod">
          <ac:chgData name="vasu bhatla" userId="c1c6c730d4214b62" providerId="LiveId" clId="{7853F31D-78CE-4C88-B458-845F9E640ACE}" dt="2025-07-18T21:25:33.059" v="1643" actId="14100"/>
          <ac:spMkLst>
            <pc:docMk/>
            <pc:sldMk cId="203395733" sldId="259"/>
            <ac:spMk id="3" creationId="{88FBF14D-DEAA-5A62-6D0D-72E9F2AAD96C}"/>
          </ac:spMkLst>
        </pc:spChg>
        <pc:graphicFrameChg chg="add mod">
          <ac:chgData name="vasu bhatla" userId="c1c6c730d4214b62" providerId="LiveId" clId="{7853F31D-78CE-4C88-B458-845F9E640ACE}" dt="2025-07-18T21:25:21.723" v="1641" actId="1076"/>
          <ac:graphicFrameMkLst>
            <pc:docMk/>
            <pc:sldMk cId="203395733" sldId="259"/>
            <ac:graphicFrameMk id="2" creationId="{1D347DDB-F920-52AC-EA35-71D252800BB8}"/>
          </ac:graphicFrameMkLst>
        </pc:graphicFrameChg>
      </pc:sldChg>
      <pc:sldChg chg="addSp modSp mod ord">
        <pc:chgData name="vasu bhatla" userId="c1c6c730d4214b62" providerId="LiveId" clId="{7853F31D-78CE-4C88-B458-845F9E640ACE}" dt="2025-07-18T21:23:06.172" v="1620" actId="1076"/>
        <pc:sldMkLst>
          <pc:docMk/>
          <pc:sldMk cId="111204151" sldId="260"/>
        </pc:sldMkLst>
        <pc:spChg chg="add mod">
          <ac:chgData name="vasu bhatla" userId="c1c6c730d4214b62" providerId="LiveId" clId="{7853F31D-78CE-4C88-B458-845F9E640ACE}" dt="2025-07-18T21:23:06.172" v="1620" actId="1076"/>
          <ac:spMkLst>
            <pc:docMk/>
            <pc:sldMk cId="111204151" sldId="260"/>
            <ac:spMk id="3" creationId="{FB5BF4E0-A64D-DBF4-8F78-944E4CA8E400}"/>
          </ac:spMkLst>
        </pc:spChg>
        <pc:graphicFrameChg chg="add mod">
          <ac:chgData name="vasu bhatla" userId="c1c6c730d4214b62" providerId="LiveId" clId="{7853F31D-78CE-4C88-B458-845F9E640ACE}" dt="2025-07-18T21:22:15.897" v="1607" actId="14100"/>
          <ac:graphicFrameMkLst>
            <pc:docMk/>
            <pc:sldMk cId="111204151" sldId="260"/>
            <ac:graphicFrameMk id="2" creationId="{A25C9EAF-318A-9566-572A-E3D89AE4D654}"/>
          </ac:graphicFrameMkLst>
        </pc:graphicFrameChg>
      </pc:sldChg>
      <pc:sldChg chg="addSp modSp mod">
        <pc:chgData name="vasu bhatla" userId="c1c6c730d4214b62" providerId="LiveId" clId="{7853F31D-78CE-4C88-B458-845F9E640ACE}" dt="2025-07-18T21:29:06.934" v="1686" actId="1076"/>
        <pc:sldMkLst>
          <pc:docMk/>
          <pc:sldMk cId="3096219257" sldId="261"/>
        </pc:sldMkLst>
        <pc:spChg chg="add mod">
          <ac:chgData name="vasu bhatla" userId="c1c6c730d4214b62" providerId="LiveId" clId="{7853F31D-78CE-4C88-B458-845F9E640ACE}" dt="2025-07-18T21:14:43.392" v="1569" actId="767"/>
          <ac:spMkLst>
            <pc:docMk/>
            <pc:sldMk cId="3096219257" sldId="261"/>
            <ac:spMk id="4" creationId="{11E858FF-0346-1931-A0B9-55344133572C}"/>
          </ac:spMkLst>
        </pc:spChg>
        <pc:spChg chg="add mod">
          <ac:chgData name="vasu bhatla" userId="c1c6c730d4214b62" providerId="LiveId" clId="{7853F31D-78CE-4C88-B458-845F9E640ACE}" dt="2025-07-18T21:27:25.155" v="1649" actId="1076"/>
          <ac:spMkLst>
            <pc:docMk/>
            <pc:sldMk cId="3096219257" sldId="261"/>
            <ac:spMk id="5" creationId="{E282115F-599C-BB2A-B1A9-CDEF5A84ABBB}"/>
          </ac:spMkLst>
        </pc:spChg>
        <pc:spChg chg="add mod">
          <ac:chgData name="vasu bhatla" userId="c1c6c730d4214b62" providerId="LiveId" clId="{7853F31D-78CE-4C88-B458-845F9E640ACE}" dt="2025-07-18T21:29:06.934" v="1686" actId="1076"/>
          <ac:spMkLst>
            <pc:docMk/>
            <pc:sldMk cId="3096219257" sldId="261"/>
            <ac:spMk id="6" creationId="{A4008641-2429-0F9F-8A85-89DD77107500}"/>
          </ac:spMkLst>
        </pc:spChg>
        <pc:graphicFrameChg chg="add mod">
          <ac:chgData name="vasu bhatla" userId="c1c6c730d4214b62" providerId="LiveId" clId="{7853F31D-78CE-4C88-B458-845F9E640ACE}" dt="2025-07-18T21:27:32.339" v="1650" actId="1076"/>
          <ac:graphicFrameMkLst>
            <pc:docMk/>
            <pc:sldMk cId="3096219257" sldId="261"/>
            <ac:graphicFrameMk id="2" creationId="{E5F2F180-9977-CF5F-2B43-5A5F16CD7021}"/>
          </ac:graphicFrameMkLst>
        </pc:graphicFrameChg>
        <pc:graphicFrameChg chg="add mod">
          <ac:chgData name="vasu bhatla" userId="c1c6c730d4214b62" providerId="LiveId" clId="{7853F31D-78CE-4C88-B458-845F9E640ACE}" dt="2025-07-18T21:27:38.955" v="1651" actId="1076"/>
          <ac:graphicFrameMkLst>
            <pc:docMk/>
            <pc:sldMk cId="3096219257" sldId="261"/>
            <ac:graphicFrameMk id="3" creationId="{25C34AB5-F57B-9108-8822-F616D7971A9E}"/>
          </ac:graphicFrameMkLst>
        </pc:graphicFrameChg>
      </pc:sldChg>
      <pc:sldChg chg="addSp modSp mod ord">
        <pc:chgData name="vasu bhatla" userId="c1c6c730d4214b62" providerId="LiveId" clId="{7853F31D-78CE-4C88-B458-845F9E640ACE}" dt="2025-07-18T21:20:33.255" v="1588"/>
        <pc:sldMkLst>
          <pc:docMk/>
          <pc:sldMk cId="2101540183" sldId="262"/>
        </pc:sldMkLst>
        <pc:spChg chg="add mod">
          <ac:chgData name="vasu bhatla" userId="c1c6c730d4214b62" providerId="LiveId" clId="{7853F31D-78CE-4C88-B458-845F9E640ACE}" dt="2025-07-18T21:07:30.021" v="1530" actId="1076"/>
          <ac:spMkLst>
            <pc:docMk/>
            <pc:sldMk cId="2101540183" sldId="262"/>
            <ac:spMk id="3" creationId="{BE61854F-86E2-B382-1AC8-382D8DF14097}"/>
          </ac:spMkLst>
        </pc:spChg>
        <pc:graphicFrameChg chg="add mod">
          <ac:chgData name="vasu bhatla" userId="c1c6c730d4214b62" providerId="LiveId" clId="{7853F31D-78CE-4C88-B458-845F9E640ACE}" dt="2025-07-18T21:06:44.423" v="1524" actId="14100"/>
          <ac:graphicFrameMkLst>
            <pc:docMk/>
            <pc:sldMk cId="2101540183" sldId="262"/>
            <ac:graphicFrameMk id="2" creationId="{898C34CE-C717-C632-ECA7-5BF973069896}"/>
          </ac:graphicFrameMkLst>
        </pc:graphicFrameChg>
      </pc:sldChg>
      <pc:sldChg chg="addSp modSp mod ord">
        <pc:chgData name="vasu bhatla" userId="c1c6c730d4214b62" providerId="LiveId" clId="{7853F31D-78CE-4C88-B458-845F9E640ACE}" dt="2025-07-18T21:29:13.815" v="1688"/>
        <pc:sldMkLst>
          <pc:docMk/>
          <pc:sldMk cId="474977000" sldId="263"/>
        </pc:sldMkLst>
        <pc:spChg chg="add mod">
          <ac:chgData name="vasu bhatla" userId="c1c6c730d4214b62" providerId="LiveId" clId="{7853F31D-78CE-4C88-B458-845F9E640ACE}" dt="2025-07-18T21:04:28.948" v="1508" actId="14100"/>
          <ac:spMkLst>
            <pc:docMk/>
            <pc:sldMk cId="474977000" sldId="263"/>
            <ac:spMk id="4" creationId="{464E1145-8F38-B43E-CE31-408F941BE124}"/>
          </ac:spMkLst>
        </pc:spChg>
        <pc:graphicFrameChg chg="add mod">
          <ac:chgData name="vasu bhatla" userId="c1c6c730d4214b62" providerId="LiveId" clId="{7853F31D-78CE-4C88-B458-845F9E640ACE}" dt="2025-07-18T21:03:13.295" v="1498" actId="14100"/>
          <ac:graphicFrameMkLst>
            <pc:docMk/>
            <pc:sldMk cId="474977000" sldId="263"/>
            <ac:graphicFrameMk id="2" creationId="{675EE3C1-C4CC-DFD0-F3C5-86E8AEFBD312}"/>
          </ac:graphicFrameMkLst>
        </pc:graphicFrameChg>
        <pc:graphicFrameChg chg="add mod">
          <ac:chgData name="vasu bhatla" userId="c1c6c730d4214b62" providerId="LiveId" clId="{7853F31D-78CE-4C88-B458-845F9E640ACE}" dt="2025-07-18T21:03:17.949" v="1499" actId="14100"/>
          <ac:graphicFrameMkLst>
            <pc:docMk/>
            <pc:sldMk cId="474977000" sldId="263"/>
            <ac:graphicFrameMk id="3" creationId="{EEBB0FA5-ADFC-6E6B-1A31-5A0807186E38}"/>
          </ac:graphicFrameMkLst>
        </pc:graphicFrameChg>
      </pc:sldChg>
      <pc:sldChg chg="addSp modSp mod">
        <pc:chgData name="vasu bhatla" userId="c1c6c730d4214b62" providerId="LiveId" clId="{7853F31D-78CE-4C88-B458-845F9E640ACE}" dt="2025-07-18T20:58:38.994" v="1465" actId="1076"/>
        <pc:sldMkLst>
          <pc:docMk/>
          <pc:sldMk cId="2747932758" sldId="264"/>
        </pc:sldMkLst>
        <pc:spChg chg="add mod">
          <ac:chgData name="vasu bhatla" userId="c1c6c730d4214b62" providerId="LiveId" clId="{7853F31D-78CE-4C88-B458-845F9E640ACE}" dt="2025-07-18T20:58:38.994" v="1465" actId="1076"/>
          <ac:spMkLst>
            <pc:docMk/>
            <pc:sldMk cId="2747932758" sldId="264"/>
            <ac:spMk id="3" creationId="{31D5535C-C300-C735-1BC4-8C92E10C2325}"/>
          </ac:spMkLst>
        </pc:spChg>
        <pc:graphicFrameChg chg="add mod">
          <ac:chgData name="vasu bhatla" userId="c1c6c730d4214b62" providerId="LiveId" clId="{7853F31D-78CE-4C88-B458-845F9E640ACE}" dt="2025-07-18T20:58:30.027" v="1464" actId="14100"/>
          <ac:graphicFrameMkLst>
            <pc:docMk/>
            <pc:sldMk cId="2747932758" sldId="264"/>
            <ac:graphicFrameMk id="2" creationId="{69FBFF2A-B850-A5A4-D0D1-950AA03972C5}"/>
          </ac:graphicFrameMkLst>
        </pc:graphicFrameChg>
      </pc:sldChg>
      <pc:sldChg chg="addSp modSp mod">
        <pc:chgData name="vasu bhatla" userId="c1c6c730d4214b62" providerId="LiveId" clId="{7853F31D-78CE-4C88-B458-845F9E640ACE}" dt="2025-07-18T20:54:15.873" v="1421" actId="1076"/>
        <pc:sldMkLst>
          <pc:docMk/>
          <pc:sldMk cId="169650307" sldId="265"/>
        </pc:sldMkLst>
        <pc:spChg chg="add mod">
          <ac:chgData name="vasu bhatla" userId="c1c6c730d4214b62" providerId="LiveId" clId="{7853F31D-78CE-4C88-B458-845F9E640ACE}" dt="2025-07-18T20:54:15.873" v="1421" actId="1076"/>
          <ac:spMkLst>
            <pc:docMk/>
            <pc:sldMk cId="169650307" sldId="265"/>
            <ac:spMk id="3" creationId="{AA051ECB-2DED-C7E8-FACD-048FCF134C84}"/>
          </ac:spMkLst>
        </pc:spChg>
        <pc:graphicFrameChg chg="add mod">
          <ac:chgData name="vasu bhatla" userId="c1c6c730d4214b62" providerId="LiveId" clId="{7853F31D-78CE-4C88-B458-845F9E640ACE}" dt="2025-07-18T20:53:16.078" v="1414" actId="1076"/>
          <ac:graphicFrameMkLst>
            <pc:docMk/>
            <pc:sldMk cId="169650307" sldId="265"/>
            <ac:graphicFrameMk id="2" creationId="{15C4E6CF-9EAC-CA9E-A500-4CA0C3A068CB}"/>
          </ac:graphicFrameMkLst>
        </pc:graphicFrameChg>
      </pc:sldChg>
      <pc:sldChg chg="addSp modSp mod">
        <pc:chgData name="vasu bhatla" userId="c1c6c730d4214b62" providerId="LiveId" clId="{7853F31D-78CE-4C88-B458-845F9E640ACE}" dt="2025-07-18T20:50:36.745" v="1393" actId="1076"/>
        <pc:sldMkLst>
          <pc:docMk/>
          <pc:sldMk cId="2555357256" sldId="266"/>
        </pc:sldMkLst>
        <pc:spChg chg="add mod">
          <ac:chgData name="vasu bhatla" userId="c1c6c730d4214b62" providerId="LiveId" clId="{7853F31D-78CE-4C88-B458-845F9E640ACE}" dt="2025-07-18T20:50:36.745" v="1393" actId="1076"/>
          <ac:spMkLst>
            <pc:docMk/>
            <pc:sldMk cId="2555357256" sldId="266"/>
            <ac:spMk id="3" creationId="{3BCE37D3-EB92-448C-B0BD-551B9679186A}"/>
          </ac:spMkLst>
        </pc:spChg>
        <pc:picChg chg="add mod">
          <ac:chgData name="vasu bhatla" userId="c1c6c730d4214b62" providerId="LiveId" clId="{7853F31D-78CE-4C88-B458-845F9E640ACE}" dt="2025-07-18T20:50:28.195" v="1392" actId="1076"/>
          <ac:picMkLst>
            <pc:docMk/>
            <pc:sldMk cId="2555357256" sldId="266"/>
            <ac:picMk id="2" creationId="{57B59D88-2BA1-B9C2-C173-2E7C5B5B9DF6}"/>
          </ac:picMkLst>
        </pc:picChg>
      </pc:sldChg>
      <pc:sldChg chg="addSp modSp mod">
        <pc:chgData name="vasu bhatla" userId="c1c6c730d4214b62" providerId="LiveId" clId="{7853F31D-78CE-4C88-B458-845F9E640ACE}" dt="2025-07-18T20:43:54.110" v="1372" actId="1076"/>
        <pc:sldMkLst>
          <pc:docMk/>
          <pc:sldMk cId="722418166" sldId="267"/>
        </pc:sldMkLst>
        <pc:spChg chg="add mod">
          <ac:chgData name="vasu bhatla" userId="c1c6c730d4214b62" providerId="LiveId" clId="{7853F31D-78CE-4C88-B458-845F9E640ACE}" dt="2025-07-18T20:42:38.609" v="1352" actId="1076"/>
          <ac:spMkLst>
            <pc:docMk/>
            <pc:sldMk cId="722418166" sldId="267"/>
            <ac:spMk id="2" creationId="{2C234331-11A6-85DB-642A-2148197F4934}"/>
          </ac:spMkLst>
        </pc:spChg>
        <pc:spChg chg="add mod">
          <ac:chgData name="vasu bhatla" userId="c1c6c730d4214b62" providerId="LiveId" clId="{7853F31D-78CE-4C88-B458-845F9E640ACE}" dt="2025-07-18T20:43:54.110" v="1372" actId="1076"/>
          <ac:spMkLst>
            <pc:docMk/>
            <pc:sldMk cId="722418166" sldId="267"/>
            <ac:spMk id="3" creationId="{6D58872F-23E2-901C-64D5-07978847BCA2}"/>
          </ac:spMkLst>
        </pc:spChg>
      </pc:sldChg>
      <pc:sldChg chg="addSp modSp mod">
        <pc:chgData name="vasu bhatla" userId="c1c6c730d4214b62" providerId="LiveId" clId="{7853F31D-78CE-4C88-B458-845F9E640ACE}" dt="2025-07-18T21:31:14.480" v="1708" actId="14100"/>
        <pc:sldMkLst>
          <pc:docMk/>
          <pc:sldMk cId="1570334490" sldId="268"/>
        </pc:sldMkLst>
        <pc:spChg chg="add mod">
          <ac:chgData name="vasu bhatla" userId="c1c6c730d4214b62" providerId="LiveId" clId="{7853F31D-78CE-4C88-B458-845F9E640ACE}" dt="2025-07-18T21:31:14.480" v="1708" actId="14100"/>
          <ac:spMkLst>
            <pc:docMk/>
            <pc:sldMk cId="1570334490" sldId="268"/>
            <ac:spMk id="3" creationId="{19E08756-2D0A-8176-7C62-226D62B0EB86}"/>
          </ac:spMkLst>
        </pc:spChg>
        <pc:graphicFrameChg chg="add mod">
          <ac:chgData name="vasu bhatla" userId="c1c6c730d4214b62" providerId="LiveId" clId="{7853F31D-78CE-4C88-B458-845F9E640ACE}" dt="2025-07-18T21:31:01.686" v="1706" actId="1076"/>
          <ac:graphicFrameMkLst>
            <pc:docMk/>
            <pc:sldMk cId="1570334490" sldId="268"/>
            <ac:graphicFrameMk id="2" creationId="{2CE0A4DA-F77A-BB41-66C2-F77468FAAEB4}"/>
          </ac:graphicFrameMkLst>
        </pc:graphicFrameChg>
      </pc:sldChg>
      <pc:sldChg chg="addSp modSp mod">
        <pc:chgData name="vasu bhatla" userId="c1c6c730d4214b62" providerId="LiveId" clId="{7853F31D-78CE-4C88-B458-845F9E640ACE}" dt="2025-07-18T22:35:33.777" v="1889" actId="14100"/>
        <pc:sldMkLst>
          <pc:docMk/>
          <pc:sldMk cId="2549879457" sldId="269"/>
        </pc:sldMkLst>
        <pc:picChg chg="add mod">
          <ac:chgData name="vasu bhatla" userId="c1c6c730d4214b62" providerId="LiveId" clId="{7853F31D-78CE-4C88-B458-845F9E640ACE}" dt="2025-07-18T22:35:33.777" v="1889" actId="14100"/>
          <ac:picMkLst>
            <pc:docMk/>
            <pc:sldMk cId="2549879457" sldId="269"/>
            <ac:picMk id="3" creationId="{B9B55546-1310-ABF1-3785-E61DEAE882BE}"/>
          </ac:picMkLst>
        </pc:picChg>
      </pc:sldChg>
      <pc:sldChg chg="addSp delSp modSp mod">
        <pc:chgData name="vasu bhatla" userId="c1c6c730d4214b62" providerId="LiveId" clId="{7853F31D-78CE-4C88-B458-845F9E640ACE}" dt="2025-07-19T21:37:48.296" v="1915" actId="1076"/>
        <pc:sldMkLst>
          <pc:docMk/>
          <pc:sldMk cId="1016647904" sldId="270"/>
        </pc:sldMkLst>
        <pc:spChg chg="add mod">
          <ac:chgData name="vasu bhatla" userId="c1c6c730d4214b62" providerId="LiveId" clId="{7853F31D-78CE-4C88-B458-845F9E640ACE}" dt="2025-07-18T21:33:05.867" v="1746" actId="1076"/>
          <ac:spMkLst>
            <pc:docMk/>
            <pc:sldMk cId="1016647904" sldId="270"/>
            <ac:spMk id="2" creationId="{CAC7E82A-78FE-CF26-1E33-BD49E6DB1BB6}"/>
          </ac:spMkLst>
        </pc:spChg>
        <pc:spChg chg="add del mod">
          <ac:chgData name="vasu bhatla" userId="c1c6c730d4214b62" providerId="LiveId" clId="{7853F31D-78CE-4C88-B458-845F9E640ACE}" dt="2025-07-19T21:26:39.650" v="1892"/>
          <ac:spMkLst>
            <pc:docMk/>
            <pc:sldMk cId="1016647904" sldId="270"/>
            <ac:spMk id="3" creationId="{41F669B2-D661-4FA6-89B8-23DC7E6E4E8D}"/>
          </ac:spMkLst>
        </pc:spChg>
        <pc:spChg chg="add del mod">
          <ac:chgData name="vasu bhatla" userId="c1c6c730d4214b62" providerId="LiveId" clId="{7853F31D-78CE-4C88-B458-845F9E640ACE}" dt="2025-07-19T21:29:49.042" v="1895"/>
          <ac:spMkLst>
            <pc:docMk/>
            <pc:sldMk cId="1016647904" sldId="270"/>
            <ac:spMk id="4" creationId="{11276674-DE51-FADB-2AB8-F78647AF36D7}"/>
          </ac:spMkLst>
        </pc:spChg>
        <pc:spChg chg="add mod">
          <ac:chgData name="vasu bhatla" userId="c1c6c730d4214b62" providerId="LiveId" clId="{7853F31D-78CE-4C88-B458-845F9E640ACE}" dt="2025-07-19T21:37:48.296" v="1915" actId="1076"/>
          <ac:spMkLst>
            <pc:docMk/>
            <pc:sldMk cId="1016647904" sldId="270"/>
            <ac:spMk id="5" creationId="{F92F9FA3-1EFA-F8E0-5154-23013D329D9A}"/>
          </ac:spMkLst>
        </pc:spChg>
      </pc:sldChg>
      <pc:sldChg chg="del">
        <pc:chgData name="vasu bhatla" userId="c1c6c730d4214b62" providerId="LiveId" clId="{7853F31D-78CE-4C88-B458-845F9E640ACE}" dt="2025-07-18T21:49:58.438" v="1884" actId="47"/>
        <pc:sldMkLst>
          <pc:docMk/>
          <pc:sldMk cId="3419260290" sldId="271"/>
        </pc:sldMkLst>
      </pc:sldChg>
      <pc:sldChg chg="new del">
        <pc:chgData name="vasu bhatla" userId="c1c6c730d4214b62" providerId="LiveId" clId="{7853F31D-78CE-4C88-B458-845F9E640ACE}" dt="2025-07-18T19:49:33.591" v="24" actId="47"/>
        <pc:sldMkLst>
          <pc:docMk/>
          <pc:sldMk cId="1141785756" sldId="272"/>
        </pc:sldMkLst>
      </pc:sldChg>
      <pc:sldChg chg="addSp delSp modSp add mod">
        <pc:chgData name="vasu bhatla" userId="c1c6c730d4214b62" providerId="LiveId" clId="{7853F31D-78CE-4C88-B458-845F9E640ACE}" dt="2025-07-18T21:49:50.068" v="1883" actId="1076"/>
        <pc:sldMkLst>
          <pc:docMk/>
          <pc:sldMk cId="2621642185" sldId="272"/>
        </pc:sldMkLst>
        <pc:spChg chg="add mod">
          <ac:chgData name="vasu bhatla" userId="c1c6c730d4214b62" providerId="LiveId" clId="{7853F31D-78CE-4C88-B458-845F9E640ACE}" dt="2025-07-18T21:34:29.615" v="1765" actId="20577"/>
          <ac:spMkLst>
            <pc:docMk/>
            <pc:sldMk cId="2621642185" sldId="272"/>
            <ac:spMk id="2" creationId="{CAD57370-6B7C-DA01-F5C0-DA545D47FB26}"/>
          </ac:spMkLst>
        </pc:spChg>
        <pc:spChg chg="add mod">
          <ac:chgData name="vasu bhatla" userId="c1c6c730d4214b62" providerId="LiveId" clId="{7853F31D-78CE-4C88-B458-845F9E640ACE}" dt="2025-07-18T21:49:50.068" v="1883" actId="1076"/>
          <ac:spMkLst>
            <pc:docMk/>
            <pc:sldMk cId="2621642185" sldId="272"/>
            <ac:spMk id="3" creationId="{9FE27DF9-C3AA-C044-FFEA-E02FE21C5C51}"/>
          </ac:spMkLst>
        </pc:spChg>
        <pc:spChg chg="del mod">
          <ac:chgData name="vasu bhatla" userId="c1c6c730d4214b62" providerId="LiveId" clId="{7853F31D-78CE-4C88-B458-845F9E640ACE}" dt="2025-07-18T19:49:45.885" v="27" actId="478"/>
          <ac:spMkLst>
            <pc:docMk/>
            <pc:sldMk cId="2621642185" sldId="272"/>
            <ac:spMk id="4" creationId="{DB81F77C-79C1-2059-9891-2CA1FA7AFC46}"/>
          </ac:spMkLst>
        </pc:spChg>
        <pc:spChg chg="del">
          <ac:chgData name="vasu bhatla" userId="c1c6c730d4214b62" providerId="LiveId" clId="{7853F31D-78CE-4C88-B458-845F9E640ACE}" dt="2025-07-18T19:49:50.119" v="28" actId="478"/>
          <ac:spMkLst>
            <pc:docMk/>
            <pc:sldMk cId="2621642185" sldId="272"/>
            <ac:spMk id="5" creationId="{88B15771-4FC8-5E36-3045-3A28F8548E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71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6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57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55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3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44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1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6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93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4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56E81D8-C117-4E46-AAC8-6FEB13C54E9A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37B2EE8-DB0A-4D79-BAA1-8C1B77F9D2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55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25D6F-6C8F-2EA6-FAB5-EE17DF4EB1B6}"/>
              </a:ext>
            </a:extLst>
          </p:cNvPr>
          <p:cNvSpPr txBox="1"/>
          <p:nvPr/>
        </p:nvSpPr>
        <p:spPr>
          <a:xfrm>
            <a:off x="1308871" y="384627"/>
            <a:ext cx="10657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ZOMATO RESTAURANTS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DE582-A233-95F6-B397-A7A7EE5F8D7B}"/>
              </a:ext>
            </a:extLst>
          </p:cNvPr>
          <p:cNvSpPr txBox="1"/>
          <p:nvPr/>
        </p:nvSpPr>
        <p:spPr>
          <a:xfrm>
            <a:off x="1950720" y="3698240"/>
            <a:ext cx="406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VASU BHATLA</a:t>
            </a:r>
          </a:p>
          <a:p>
            <a:r>
              <a:rPr lang="en-I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18/07/2025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C41F96-7124-8E73-8545-3A86D61AE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0" y="1923196"/>
            <a:ext cx="6492240" cy="3886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653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CA349AC-8219-476B-BB11-A5F5DE3B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20" y="2808213"/>
            <a:ext cx="10688549" cy="392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E3645-858F-4064-AF60-7CAD8EAE198C}"/>
              </a:ext>
            </a:extLst>
          </p:cNvPr>
          <p:cNvSpPr txBox="1"/>
          <p:nvPr/>
        </p:nvSpPr>
        <p:spPr>
          <a:xfrm>
            <a:off x="835631" y="1294543"/>
            <a:ext cx="109933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are hired as a consultant data analyst by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omato where the team is looking for expansion and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opening restaurants. Your task is to come up with strategies/suggestions about opening newer restaurants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423E63-F254-4B90-8AB8-F0B1BBF3E14E}"/>
              </a:ext>
            </a:extLst>
          </p:cNvPr>
          <p:cNvSpPr txBox="1"/>
          <p:nvPr/>
        </p:nvSpPr>
        <p:spPr>
          <a:xfrm>
            <a:off x="2383604" y="165928"/>
            <a:ext cx="8250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9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E93D-DE00-1A52-47A8-8473B405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903B3C-58C1-1F63-8E07-2BE3F8E7D1A8}"/>
              </a:ext>
            </a:extLst>
          </p:cNvPr>
          <p:cNvSpPr txBox="1"/>
          <p:nvPr/>
        </p:nvSpPr>
        <p:spPr>
          <a:xfrm>
            <a:off x="1833880" y="101600"/>
            <a:ext cx="8524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531A-6C2E-55EB-15C0-59575BA5D1DC}"/>
              </a:ext>
            </a:extLst>
          </p:cNvPr>
          <p:cNvSpPr txBox="1"/>
          <p:nvPr/>
        </p:nvSpPr>
        <p:spPr>
          <a:xfrm>
            <a:off x="264160" y="1024930"/>
            <a:ext cx="541528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Restaurant ID: </a:t>
            </a:r>
            <a:r>
              <a:rPr lang="en-IN" sz="1600" dirty="0">
                <a:solidFill>
                  <a:schemeClr val="bg1"/>
                </a:solidFill>
              </a:rPr>
              <a:t>Unique identifier for each restaurant.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Restaurant Name: </a:t>
            </a:r>
            <a:r>
              <a:rPr lang="en-IN" sz="1600" dirty="0">
                <a:solidFill>
                  <a:schemeClr val="bg1"/>
                </a:solidFill>
              </a:rPr>
              <a:t>The name of the restaurant.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CountryCode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Country code of the location where the restaurant is situated.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City: </a:t>
            </a:r>
            <a:r>
              <a:rPr lang="en-IN" sz="1600" dirty="0">
                <a:solidFill>
                  <a:schemeClr val="bg1"/>
                </a:solidFill>
              </a:rPr>
              <a:t>The city where the restaurant is located.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Cuisines: </a:t>
            </a:r>
            <a:r>
              <a:rPr lang="en-IN" sz="1600" dirty="0">
                <a:solidFill>
                  <a:schemeClr val="bg1"/>
                </a:solidFill>
              </a:rPr>
              <a:t>The type of cuisine offered by the restaurant.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Has_Table_booking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Indicates whether the restaurant has a table booking option (Yes/No).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Has_Online_delivery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Indicates whether the restaurant offers online delivery (Yes/No).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Is_delivering_now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Indicates whether the restaurant is currently delivering (Yes/No).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Price_range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A numeric value indicating the price range category of the restaurant.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Votes: </a:t>
            </a:r>
            <a:r>
              <a:rPr lang="en-IN" sz="1600" dirty="0">
                <a:solidFill>
                  <a:schemeClr val="bg1"/>
                </a:solidFill>
              </a:rPr>
              <a:t>The number of votes or ratings/(feedback) received by the restaurant.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Average_Cost_for_two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The average cost for two people dining at the restaurant.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</a:rPr>
              <a:t>Rating: </a:t>
            </a:r>
            <a:r>
              <a:rPr lang="en-IN" sz="1600" dirty="0">
                <a:solidFill>
                  <a:schemeClr val="bg1"/>
                </a:solidFill>
              </a:rPr>
              <a:t>The overall rating of the restaurant is based on user reviews.</a:t>
            </a:r>
            <a:endParaRPr lang="en-IN" sz="1600" b="1" dirty="0">
              <a:solidFill>
                <a:schemeClr val="bg1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</a:rPr>
              <a:t>Datekey_opening</a:t>
            </a:r>
            <a:r>
              <a:rPr lang="en-IN" sz="1600" b="1" dirty="0">
                <a:solidFill>
                  <a:schemeClr val="bg1"/>
                </a:solidFill>
              </a:rPr>
              <a:t>: </a:t>
            </a:r>
            <a:r>
              <a:rPr lang="en-IN" sz="1600" dirty="0">
                <a:solidFill>
                  <a:schemeClr val="bg1"/>
                </a:solidFill>
              </a:rPr>
              <a:t>The date when the restaurant was opened.</a:t>
            </a:r>
            <a:endParaRPr lang="en-IN" sz="1600" b="1" dirty="0">
              <a:solidFill>
                <a:schemeClr val="bg1"/>
              </a:solidFill>
            </a:endParaRPr>
          </a:p>
          <a:p>
            <a:pPr fontAlgn="base"/>
            <a:endParaRPr lang="en-IN" b="1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D937-77D6-29B8-962E-CF23191872B5}"/>
              </a:ext>
            </a:extLst>
          </p:cNvPr>
          <p:cNvSpPr txBox="1"/>
          <p:nvPr/>
        </p:nvSpPr>
        <p:spPr>
          <a:xfrm>
            <a:off x="5989320" y="1400850"/>
            <a:ext cx="5140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Data Cleaning and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Used VLOOKUP to extract countries from sheet country description.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Used LEFT function to extract Year of opening from </a:t>
            </a:r>
            <a:r>
              <a:rPr lang="en-IN" dirty="0" err="1">
                <a:solidFill>
                  <a:schemeClr val="bg1"/>
                </a:solidFill>
              </a:rPr>
              <a:t>datekey_opening</a:t>
            </a:r>
            <a:r>
              <a:rPr lang="en-IN" dirty="0">
                <a:solidFill>
                  <a:schemeClr val="bg1"/>
                </a:solidFill>
              </a:rPr>
              <a:t> column.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Extracted </a:t>
            </a:r>
            <a:r>
              <a:rPr lang="en-IN" dirty="0" err="1">
                <a:solidFill>
                  <a:schemeClr val="bg1"/>
                </a:solidFill>
              </a:rPr>
              <a:t>cost_or_two</a:t>
            </a:r>
            <a:r>
              <a:rPr lang="en-IN" dirty="0">
                <a:solidFill>
                  <a:schemeClr val="bg1"/>
                </a:solidFill>
              </a:rPr>
              <a:t> column by adding rupees symbol before </a:t>
            </a:r>
            <a:r>
              <a:rPr lang="en-IN" dirty="0" err="1">
                <a:solidFill>
                  <a:schemeClr val="bg1"/>
                </a:solidFill>
              </a:rPr>
              <a:t>average_cost_for_two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7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34C3-F58B-8D85-030D-CD738173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234331-11A6-85DB-642A-2148197F4934}"/>
              </a:ext>
            </a:extLst>
          </p:cNvPr>
          <p:cNvSpPr txBox="1"/>
          <p:nvPr/>
        </p:nvSpPr>
        <p:spPr>
          <a:xfrm>
            <a:off x="1361439" y="1869440"/>
            <a:ext cx="916957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Analytical Approach and Tools</a:t>
            </a:r>
          </a:p>
          <a:p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Cleaning: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Utilized functions like LEFT, CONCATENATE and Removed Duplicates to ensure data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Enrichment: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the dataset with additional variables using VLOOKUP to cross-reference external data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 Analysis: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Employed PivotTables for summarizing key metrics and identifying different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Segmentation: 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SORT and FILTER functions to classify restaurants and cuisines based on different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Visualization: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Created dynamic charts and dashboard for data representation, enabling interactive data exploration.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8872F-23E2-901C-64D5-07978847BCA2}"/>
              </a:ext>
            </a:extLst>
          </p:cNvPr>
          <p:cNvSpPr txBox="1"/>
          <p:nvPr/>
        </p:nvSpPr>
        <p:spPr>
          <a:xfrm>
            <a:off x="3480770" y="132194"/>
            <a:ext cx="649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72241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20135-605B-B442-091A-7D5A30FA7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A3947E-7F59-41F8-A886-08E7B563E539}"/>
              </a:ext>
            </a:extLst>
          </p:cNvPr>
          <p:cNvSpPr txBox="1"/>
          <p:nvPr/>
        </p:nvSpPr>
        <p:spPr>
          <a:xfrm>
            <a:off x="6993273" y="1691553"/>
            <a:ext cx="4859676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brand operates 9,551 restaurants across 16 countries.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India (91%) and USA (4.5%) together account for ~95% of total outlets.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Remaining 14 countries collectively contribute just ~5%, highlighting high market concentration.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54538-AED4-4C00-9971-BC2819973AB5}"/>
              </a:ext>
            </a:extLst>
          </p:cNvPr>
          <p:cNvSpPr txBox="1"/>
          <p:nvPr/>
        </p:nvSpPr>
        <p:spPr>
          <a:xfrm>
            <a:off x="1664413" y="195209"/>
            <a:ext cx="922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Restaurant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F861B-7DD6-4BDC-8F0A-DEF01E8F2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8" y="1447753"/>
            <a:ext cx="6551829" cy="495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5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435C-1DFB-64C6-BC34-2726D1A2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AB3B49-8293-4C67-8F6B-67A76B445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65" y="1429751"/>
            <a:ext cx="6109871" cy="43854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43833A-DF82-4F62-8F54-83D1D7B7F211}"/>
              </a:ext>
            </a:extLst>
          </p:cNvPr>
          <p:cNvSpPr txBox="1"/>
          <p:nvPr/>
        </p:nvSpPr>
        <p:spPr>
          <a:xfrm>
            <a:off x="6513816" y="1510301"/>
            <a:ext cx="5520819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Stable Range: Openings stayed between 1,022 – 1,102 restaurants annually.</a:t>
            </a: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Dip Years: Noticeable declines in 2012 and again during 2014–2016.</a:t>
            </a: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Growth Phase: Strong rebound in 2017, leading to the highest peak in 2018 (1,102 openings).</a:t>
            </a: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Outlook: Signals renewed industry growth and market expansion after earlier slowdowns.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CB9A8-C708-4EC2-98B7-1C7F75916AB8}"/>
              </a:ext>
            </a:extLst>
          </p:cNvPr>
          <p:cNvSpPr txBox="1"/>
          <p:nvPr/>
        </p:nvSpPr>
        <p:spPr>
          <a:xfrm>
            <a:off x="1582220" y="246580"/>
            <a:ext cx="9647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 Openings: Key Highlights</a:t>
            </a:r>
            <a:endParaRPr lang="en-IN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5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92155-0D7E-2AAB-8D45-87F2973C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350EFF-7F68-44F8-BF19-612435D8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9" y="1479479"/>
            <a:ext cx="5815092" cy="504461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5105D45-E0AA-4439-8437-AE4D2D6D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4AF42-190C-47A5-A7B1-ECD4E29DDE6F}"/>
              </a:ext>
            </a:extLst>
          </p:cNvPr>
          <p:cNvSpPr txBox="1"/>
          <p:nvPr/>
        </p:nvSpPr>
        <p:spPr>
          <a:xfrm>
            <a:off x="2434975" y="233645"/>
            <a:ext cx="9030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Voter Participation</a:t>
            </a:r>
            <a:endParaRPr lang="en-IN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A9A2B-F94D-404B-88A3-053E733A2BD1}"/>
              </a:ext>
            </a:extLst>
          </p:cNvPr>
          <p:cNvSpPr txBox="1"/>
          <p:nvPr/>
        </p:nvSpPr>
        <p:spPr>
          <a:xfrm>
            <a:off x="6304908" y="1792398"/>
            <a:ext cx="581509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Indonesia leads with the highest voter average (772) – far ahead of all other countries.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Strong cluster: UAE, Turkey, USA &amp; Philippines with 400–500 average voters.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Low engagement: Singapore (32) &amp; Brazil (20) show very weak participation, highlighting uneven global traction.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93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92FC-FD3C-C902-D792-E2DD42ED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2B26B3-74EE-41D1-8B57-A07A6D2F3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4" y="1787703"/>
            <a:ext cx="6020656" cy="43973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D465DE-8345-4DC9-87D4-50A01CD1D906}"/>
              </a:ext>
            </a:extLst>
          </p:cNvPr>
          <p:cNvSpPr txBox="1"/>
          <p:nvPr/>
        </p:nvSpPr>
        <p:spPr>
          <a:xfrm>
            <a:off x="6171344" y="1900718"/>
            <a:ext cx="58528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Philippines, Turkey &amp; Indonesia shine – high ratings (4.3+), strong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Canada: fewer restaurants, less competition – a strategic entry point despite lower rating.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Balanced expansion: tap into quality-driven markets + low-competition advantage.</a:t>
            </a:r>
          </a:p>
          <a:p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239AB-5833-48D5-B0F0-9140646D9C32}"/>
              </a:ext>
            </a:extLst>
          </p:cNvPr>
          <p:cNvSpPr txBox="1"/>
          <p:nvPr/>
        </p:nvSpPr>
        <p:spPr>
          <a:xfrm>
            <a:off x="404116" y="289710"/>
            <a:ext cx="12027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Ratings, Low Competition: Smart Markets to Enter</a:t>
            </a:r>
            <a:endParaRPr lang="en-IN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54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8629-B70F-63A8-D44E-1DEB79F6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C2096D-D86E-4242-A767-ABD11CC828DB}"/>
              </a:ext>
            </a:extLst>
          </p:cNvPr>
          <p:cNvSpPr txBox="1"/>
          <p:nvPr/>
        </p:nvSpPr>
        <p:spPr>
          <a:xfrm>
            <a:off x="1109609" y="187461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Unequal Food Spending Patterns</a:t>
            </a:r>
            <a:endParaRPr lang="en-IN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D490F-084B-4E32-AB2F-EA11657E2754}"/>
              </a:ext>
            </a:extLst>
          </p:cNvPr>
          <p:cNvSpPr txBox="1"/>
          <p:nvPr/>
        </p:nvSpPr>
        <p:spPr>
          <a:xfrm>
            <a:off x="6096000" y="1489753"/>
            <a:ext cx="59966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Wide disparity in costs: Ranges from Rs180 (Turkey) to Rs10,539 (Singapore), with Singapore as a clear outlier.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vs Low Cost Nations: UK, Qatar, USA, and Canada are expensive, while Turkey, Sri Lanka, India, and Indonesia are highly affordable.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Pattern: Developed economies trend higher, whereas emerging economies remain more cost-friendly.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716230-75EE-491B-9EBF-B60A3E1DA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1561672"/>
            <a:ext cx="5506947" cy="435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4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DCE3C-A1EF-B4EB-7704-1CA6257D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CB1DB2-522B-4F53-812C-D09092D3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8" y="1571946"/>
            <a:ext cx="5655245" cy="4839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E3813-A2C7-46BF-AD68-90A356934984}"/>
              </a:ext>
            </a:extLst>
          </p:cNvPr>
          <p:cNvSpPr txBox="1"/>
          <p:nvPr/>
        </p:nvSpPr>
        <p:spPr>
          <a:xfrm>
            <a:off x="5914489" y="1960184"/>
            <a:ext cx="627751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Highest Rated (4.9/5): World Cuisine, Bar Food, Sushi (Japanese),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Sunda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(Indonesian), European-Asian-Indian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Strong Ratings: Filipino &amp; Mexican (4.85)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Consistently Liked: Japanese-Korean and French-Japanese-Desserts (4.8)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Narrow Range: Ratings between 4.8 – 4.9, showing overall high customer satisfaction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DD868-B903-4F71-A8A6-126D757796ED}"/>
              </a:ext>
            </a:extLst>
          </p:cNvPr>
          <p:cNvSpPr txBox="1"/>
          <p:nvPr/>
        </p:nvSpPr>
        <p:spPr>
          <a:xfrm>
            <a:off x="636999" y="246580"/>
            <a:ext cx="11024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Flavors Scoring Near-Perfect Ratings</a:t>
            </a:r>
            <a:endParaRPr lang="en-IN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5F96-9421-D956-0F4C-D9080FCF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B076F6-A34C-410C-8F9F-8783C2391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1" y="1243173"/>
            <a:ext cx="5168593" cy="3324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4C7EEF-2144-4220-938F-1AD056E0A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285" y="1243173"/>
            <a:ext cx="5548045" cy="3324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36BFFB-CBFD-4B57-9A0B-B7DB398EBB91}"/>
              </a:ext>
            </a:extLst>
          </p:cNvPr>
          <p:cNvSpPr txBox="1"/>
          <p:nvPr/>
        </p:nvSpPr>
        <p:spPr>
          <a:xfrm>
            <a:off x="636998" y="4890499"/>
            <a:ext cx="11044719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Hidden Gems: Philippines, Indonesia &amp; Turkey – high ratings, low competition.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Blue Ocean Market: Canada – just 4 restaurants, huge growth scope.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Smart Expansion Play: Focus on quality-driven &amp; low-competition markets.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BC9DE-8E9C-4BFD-B50D-EDB30BAA3593}"/>
              </a:ext>
            </a:extLst>
          </p:cNvPr>
          <p:cNvSpPr txBox="1"/>
          <p:nvPr/>
        </p:nvSpPr>
        <p:spPr>
          <a:xfrm>
            <a:off x="3195263" y="246580"/>
            <a:ext cx="88460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to Expand?</a:t>
            </a:r>
          </a:p>
        </p:txBody>
      </p:sp>
    </p:spTree>
    <p:extLst>
      <p:ext uri="{BB962C8B-B14F-4D97-AF65-F5344CB8AC3E}">
        <p14:creationId xmlns:p14="http://schemas.microsoft.com/office/powerpoint/2010/main" val="474977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6123-01A0-4A6D-F41D-3AB93C7B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F822A7-BE93-4546-872E-189BF0B7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49" y="1917335"/>
            <a:ext cx="5754557" cy="37745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FEED36-CD0D-4E46-A794-B20377DEABC8}"/>
              </a:ext>
            </a:extLst>
          </p:cNvPr>
          <p:cNvSpPr txBox="1"/>
          <p:nvPr/>
        </p:nvSpPr>
        <p:spPr>
          <a:xfrm>
            <a:off x="6767815" y="2396447"/>
            <a:ext cx="484437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Online delivery boosts ratings – 3.29 vs 2.75 without 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Convenience = Higher satisfaction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DBA97-AFC0-4E8F-AD4F-D071EEF50F7C}"/>
              </a:ext>
            </a:extLst>
          </p:cNvPr>
          <p:cNvSpPr txBox="1"/>
          <p:nvPr/>
        </p:nvSpPr>
        <p:spPr>
          <a:xfrm>
            <a:off x="1685074" y="267128"/>
            <a:ext cx="9195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Convenience Wins Customers</a:t>
            </a:r>
          </a:p>
        </p:txBody>
      </p:sp>
    </p:spTree>
    <p:extLst>
      <p:ext uri="{BB962C8B-B14F-4D97-AF65-F5344CB8AC3E}">
        <p14:creationId xmlns:p14="http://schemas.microsoft.com/office/powerpoint/2010/main" val="3096219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6123-01A0-4A6D-F41D-3AB93C7B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EE805F-081F-4588-861F-C55BBD68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12" y="1978980"/>
            <a:ext cx="5684691" cy="37287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7CE3F9-7565-438B-94CD-DABBC12CB708}"/>
              </a:ext>
            </a:extLst>
          </p:cNvPr>
          <p:cNvSpPr txBox="1"/>
          <p:nvPr/>
        </p:nvSpPr>
        <p:spPr>
          <a:xfrm>
            <a:off x="6195317" y="2147299"/>
            <a:ext cx="56846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Table booking lifts ratings: 3.48 vs 2.81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Convenience = happier customers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Booking option gives restaurants a competitive edge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37082-C1A3-4550-9AE2-DFA55C4EAFE5}"/>
              </a:ext>
            </a:extLst>
          </p:cNvPr>
          <p:cNvSpPr txBox="1"/>
          <p:nvPr/>
        </p:nvSpPr>
        <p:spPr>
          <a:xfrm>
            <a:off x="369870" y="297951"/>
            <a:ext cx="1165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Walk-in to Winning: Ratings Rise with Booking</a:t>
            </a:r>
            <a:endParaRPr lang="en-IN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95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3083-4ACC-0154-38F1-32566548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3CE96D-0D1A-42E1-BB11-D781D69C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52" y="1780872"/>
            <a:ext cx="6411074" cy="42192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C84098-F302-4E91-B606-4433693ACACA}"/>
              </a:ext>
            </a:extLst>
          </p:cNvPr>
          <p:cNvSpPr txBox="1"/>
          <p:nvPr/>
        </p:nvSpPr>
        <p:spPr>
          <a:xfrm>
            <a:off x="7017249" y="2287722"/>
            <a:ext cx="48767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Price doesn’t define taste — ratings stay high across all price ranges.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Premium cuisines still win love — higher cost, strong ratings.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Quality matters more than price in customer satisfaction.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7B998-4B5A-47DF-8838-D0CBC3F20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A31B5-ADF3-45CD-BDA0-6AB05CA531F1}"/>
              </a:ext>
            </a:extLst>
          </p:cNvPr>
          <p:cNvSpPr txBox="1"/>
          <p:nvPr/>
        </p:nvSpPr>
        <p:spPr>
          <a:xfrm>
            <a:off x="811658" y="241711"/>
            <a:ext cx="10679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Taste Over Price: Quality Wins Every Time</a:t>
            </a:r>
            <a:endParaRPr lang="en-IN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34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2EF7-26AC-E06A-9563-011BF5AB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BF5F9D-136A-464B-8D01-91BD45F3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8" y="174661"/>
            <a:ext cx="11846104" cy="65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79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EE55-1D3A-DA6D-49E1-5C1BA351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B1C028-F0EB-41AF-BC26-05DB03B692EF}"/>
              </a:ext>
            </a:extLst>
          </p:cNvPr>
          <p:cNvSpPr txBox="1"/>
          <p:nvPr/>
        </p:nvSpPr>
        <p:spPr>
          <a:xfrm>
            <a:off x="1428109" y="1767155"/>
            <a:ext cx="100584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Philippines, Indonesia &amp; Turkey → high ratings, low competition = strong expansion potential.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Canada → untapped “blue ocean” market with minimal presence.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Online delivery &amp; table booking consistently raise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Fusion &amp; international cuisines (Sushi, Bar Food, Filipino, Mexican) win global love.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 on quality-driven, underpenetrated markets + convenience services = Zomato’s growth path.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33F03-0647-4893-91AE-A5B27E06F84C}"/>
              </a:ext>
            </a:extLst>
          </p:cNvPr>
          <p:cNvSpPr txBox="1"/>
          <p:nvPr/>
        </p:nvSpPr>
        <p:spPr>
          <a:xfrm>
            <a:off x="2301410" y="349321"/>
            <a:ext cx="91029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Zomato Wins Next</a:t>
            </a:r>
          </a:p>
        </p:txBody>
      </p:sp>
    </p:spTree>
    <p:extLst>
      <p:ext uri="{BB962C8B-B14F-4D97-AF65-F5344CB8AC3E}">
        <p14:creationId xmlns:p14="http://schemas.microsoft.com/office/powerpoint/2010/main" val="101664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EE55-1D3A-DA6D-49E1-5C1BA351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333F03-0647-4893-91AE-A5B27E06F84C}"/>
              </a:ext>
            </a:extLst>
          </p:cNvPr>
          <p:cNvSpPr txBox="1"/>
          <p:nvPr/>
        </p:nvSpPr>
        <p:spPr>
          <a:xfrm>
            <a:off x="3791163" y="380144"/>
            <a:ext cx="91029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65810-EC31-4C66-BD12-3D8074566442}"/>
              </a:ext>
            </a:extLst>
          </p:cNvPr>
          <p:cNvSpPr txBox="1"/>
          <p:nvPr/>
        </p:nvSpPr>
        <p:spPr>
          <a:xfrm>
            <a:off x="1787703" y="1756880"/>
            <a:ext cx="887687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analysis highlights that Zomato’s growth lies in diversifying beyond its concentrated markets, focusing on underpenetrated regions, and enhancing customer experience through convenience features. Price is not a barrier to satisfaction—quality and service drive loyalty. By combining market expansion, service innovation, and globally popular cuisines, Zomato can secure sustainable growth and a stronger global presence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083612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2785</TotalTime>
  <Words>989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vasu bhatla</dc:creator>
  <cp:lastModifiedBy>Vasu</cp:lastModifiedBy>
  <cp:revision>32</cp:revision>
  <dcterms:created xsi:type="dcterms:W3CDTF">2025-07-18T10:38:37Z</dcterms:created>
  <dcterms:modified xsi:type="dcterms:W3CDTF">2025-10-03T12:08:58Z</dcterms:modified>
</cp:coreProperties>
</file>